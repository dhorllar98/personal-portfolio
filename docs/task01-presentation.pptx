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137160"/>
            <a:ext cx="1554480" cy="347472"/>
          </a:xfrm>
          <a:prstGeom prst="rect">
            <a:avLst/>
          </a:prstGeom>
          <a:solidFill>
            <a:srgbClr val="0E0E1A"/>
          </a:solidFill>
          <a:ln w="9525">
            <a:solidFill>
              <a:srgbClr val="792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50608" y="155448"/>
            <a:ext cx="15179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7928CA"/>
                </a:solidFill>
                <a:latin typeface="Calibri"/>
              </a:rPr>
              <a:t>1 WEEK  ·  DUE APR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01 /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8229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0F0F0"/>
                </a:solidFill>
                <a:latin typeface="Georgia"/>
              </a:rPr>
              <a:t>Build a production-grade</a:t>
            </a:r>
          </a:p>
          <a:p>
            <a:r>
              <a:rPr sz="3700" b="1" i="0">
                <a:solidFill>
                  <a:srgbClr val="F0F0F0"/>
                </a:solidFill>
                <a:latin typeface="Georgia"/>
              </a:rPr>
              <a:t>portfolio</a:t>
            </a:r>
            <a:r>
              <a:rPr sz="3700" b="1" i="0">
                <a:solidFill>
                  <a:srgbClr val="F0F0F0"/>
                </a:solidFill>
                <a:latin typeface="Georgia"/>
              </a:rPr>
              <a:t> in </a:t>
            </a:r>
            <a:r>
              <a:rPr sz="3700" b="1" i="1">
                <a:solidFill>
                  <a:srgbClr val="00D4FF"/>
                </a:solidFill>
                <a:latin typeface="Georgia"/>
              </a:rPr>
              <a:t>one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476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A6A88"/>
                </a:solidFill>
                <a:latin typeface="Calibri"/>
              </a:rPr>
              <a:t>Phase 1  ·  AI-Assisted Development Program  ·  Task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5 sections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Hero  ·  About  · 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Blog  ·  Contact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2696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Live database +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Contact form, blog endpoint,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JWT-secured admin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79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9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5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Real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5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Vercel (frontend)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Render (backend)  · 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928CA"/>
                </a:solidFill>
                <a:latin typeface="Calibri"/>
              </a:rPr>
              <a:t>02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F0F0"/>
                </a:solidFill>
                <a:latin typeface="Georgia"/>
              </a:rPr>
              <a:t>Two tools. One discipline.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6A6A88"/>
                </a:solidFill>
                <a:latin typeface="Calibri"/>
              </a:rPr>
              <a:t>17 prompts drafted before a single line of code was written.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5648"/>
            <a:ext cx="3977639" cy="502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0D4FF"/>
                </a:solidFill>
                <a:latin typeface="Calibr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VS Code + 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Clean Architecture monorepo — layers correctly separated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auth + EF Core + Supabase wired and deployed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Hit weekly Claude.ai allocation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7136" y="2029967"/>
            <a:ext cx="18288" cy="202996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1755648"/>
            <a:ext cx="3977639" cy="50292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7928CA"/>
                </a:solidFill>
                <a:latin typeface="Calibri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Cowork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Direct file access — no context drift between tools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Live Supabase MCP + sandboxed bash shell in one session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3 production issues resolved in focused single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4572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03 /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F0F0"/>
                </a:solidFill>
                <a:latin typeface="Georgia"/>
              </a:rPr>
              <a:t>Shipped. Deployed. No shortcuts.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sections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hosting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week to 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prod bugs fixed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42032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React 18 + TypeScript frontend deployed on Vercel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ASP.NET Core 9 Clean Architecture API on Render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Supabase PostgreSQL — contact form + blog database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admin panel  ·  Blog article published live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0" y="2542032"/>
            <a:ext cx="3154680" cy="475488"/>
          </a:xfrm>
          <a:prstGeom prst="rect">
            <a:avLst/>
          </a:prstGeom>
          <a:solidFill>
            <a:srgbClr val="0A1628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41848" y="2560320"/>
            <a:ext cx="31181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00D4FF"/>
                </a:solidFill>
                <a:latin typeface="Calibri"/>
              </a:rPr>
              <a:t>portfolio-frontend-steel-three.vercel.app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3145536"/>
            <a:ext cx="3154680" cy="1042415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23560" y="3145536"/>
            <a:ext cx="50292" cy="1042415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51576" y="3236976"/>
            <a:ext cx="2990088" cy="9052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i="1">
                <a:solidFill>
                  <a:srgbClr val="F0F0F0"/>
                </a:solidFill>
                <a:latin typeface="Georgia"/>
              </a:rPr>
              <a:t>"The tool is not the variable.</a:t>
            </a:r>
          </a:p>
          <a:p>
            <a:r>
              <a:rPr sz="1250" i="1">
                <a:solidFill>
                  <a:srgbClr val="F0F0F0"/>
                </a:solidFill>
                <a:latin typeface="Georgia"/>
              </a:rPr>
              <a:t>The discipline is."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A6A88"/>
                </a:solidFill>
                <a:latin typeface="Calibri"/>
              </a:rPr>
              <a:t>Olaniran Oluwadamilola (Dhorllar98)  ·  AI-Assisted Development Program  ·  Phase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