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137160"/>
            <a:ext cx="1554480" cy="347472"/>
          </a:xfrm>
          <a:prstGeom prst="rect">
            <a:avLst/>
          </a:prstGeom>
          <a:solidFill>
            <a:srgbClr val="0E0E1A"/>
          </a:solidFill>
          <a:ln w="9525">
            <a:solidFill>
              <a:srgbClr val="792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50608" y="155448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7928CA"/>
                </a:solidFill>
                <a:latin typeface="Calibri"/>
              </a:rPr>
              <a:t>1 WEEK  ·  DUE APR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01 /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82296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700" b="1">
                <a:solidFill>
                  <a:srgbClr val="F0F0F0"/>
                </a:solidFill>
                <a:latin typeface="Georgia"/>
              </a:rPr>
              <a:t>Build a production-grade</a:t>
            </a:r>
          </a:p>
          <a:p>
            <a:r>
              <a:rPr sz="3700" b="1" i="0">
                <a:solidFill>
                  <a:srgbClr val="F0F0F0"/>
                </a:solidFill>
                <a:latin typeface="Georgia"/>
              </a:rPr>
              <a:t>portfolio</a:t>
            </a:r>
            <a:r>
              <a:rPr sz="3700" b="1" i="0">
                <a:solidFill>
                  <a:srgbClr val="F0F0F0"/>
                </a:solidFill>
                <a:latin typeface="Georgia"/>
              </a:rPr>
              <a:t> in </a:t>
            </a:r>
            <a:r>
              <a:rPr sz="3700" b="1" i="1">
                <a:solidFill>
                  <a:srgbClr val="00D4FF"/>
                </a:solidFill>
                <a:latin typeface="Georgia"/>
              </a:rPr>
              <a:t>one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6A88"/>
                </a:solidFill>
                <a:latin typeface="Calibri"/>
              </a:rPr>
              <a:t>Phase 1  ·  AI-Assisted Development Program  ·  Task 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2432304"/>
            <a:ext cx="2633472" cy="1261872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432304"/>
            <a:ext cx="50292" cy="12618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551176"/>
            <a:ext cx="245059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0F0F0"/>
                </a:solidFill>
                <a:latin typeface="Georgia"/>
              </a:rPr>
              <a:t>5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80944"/>
            <a:ext cx="24505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A6A88"/>
                </a:solidFill>
                <a:latin typeface="Calibri"/>
              </a:rPr>
              <a:t>Hero  ·  About  · 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82696"/>
            <a:ext cx="24505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A6A88"/>
                </a:solidFill>
                <a:latin typeface="Calibri"/>
              </a:rPr>
              <a:t>Blog  ·  Contact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2432304"/>
            <a:ext cx="2633472" cy="1261872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82696" y="2432304"/>
            <a:ext cx="50292" cy="12618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551176"/>
            <a:ext cx="245059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0F0F0"/>
                </a:solidFill>
                <a:latin typeface="Georgia"/>
              </a:rPr>
              <a:t>Live database +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980944"/>
            <a:ext cx="24505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A6A88"/>
                </a:solidFill>
                <a:latin typeface="Calibri"/>
              </a:rPr>
              <a:t>Contact form, blog endpoint,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3282696"/>
            <a:ext cx="24505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A6A88"/>
                </a:solidFill>
                <a:latin typeface="Calibri"/>
              </a:rPr>
              <a:t>JWT-secured admin panel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2432304"/>
            <a:ext cx="2633472" cy="1261872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79" y="2432304"/>
            <a:ext cx="50292" cy="12618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5" y="2551176"/>
            <a:ext cx="245059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0F0F0"/>
                </a:solidFill>
                <a:latin typeface="Georgia"/>
              </a:rPr>
              <a:t>Real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5" y="2980944"/>
            <a:ext cx="24505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A6A88"/>
                </a:solidFill>
                <a:latin typeface="Calibri"/>
              </a:rPr>
              <a:t>Vercel (frontend)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282696"/>
            <a:ext cx="24505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A6A88"/>
                </a:solidFill>
                <a:latin typeface="Calibri"/>
              </a:rPr>
              <a:t>Render (backend)  ·  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928CA"/>
                </a:solidFill>
                <a:latin typeface="Calibri"/>
              </a:rPr>
              <a:t>02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0F0F0"/>
                </a:solidFill>
                <a:latin typeface="Georgia"/>
              </a:rPr>
              <a:t>Two tools. One discipline.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A6A88"/>
                </a:solidFill>
                <a:latin typeface="Calibri"/>
              </a:rPr>
              <a:t>17 prompts drafted before a single line of code was written.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3977639" cy="2578608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3977639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57984"/>
            <a:ext cx="3703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0F0F0"/>
                </a:solidFill>
                <a:latin typeface="Georgia"/>
              </a:rPr>
              <a:t>VS Code + 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78608"/>
            <a:ext cx="3721607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Clean Architecture monorepo — layers correctly separated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JWT auth + EF Core + Supabase wired and deployed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Hit weekly Claude.ai allocation mid-build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2029967"/>
            <a:ext cx="18288" cy="2029967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755648"/>
            <a:ext cx="3977639" cy="2578608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1755648"/>
            <a:ext cx="3977639" cy="50292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2" y="1865376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7928CA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2157984"/>
            <a:ext cx="3703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0F0F0"/>
                </a:solidFill>
                <a:latin typeface="Georgia"/>
              </a:rPr>
              <a:t>Cowork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578608"/>
            <a:ext cx="3721607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Direct file access — no context drift between tools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Live Supabase MCP + sandboxed bash shell in one session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3 production issues resolved in focused single sessions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03 /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0F0F0"/>
                </a:solidFill>
                <a:latin typeface="Georgia"/>
              </a:rPr>
              <a:t>Shipped. Debugged. No shortcuts.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828800" cy="1005840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2646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Georgi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933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A6A88"/>
                </a:solidFill>
                <a:latin typeface="Calibri"/>
              </a:rPr>
              <a:t>sections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371600"/>
            <a:ext cx="1828800" cy="1005840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42646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9933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A6A88"/>
                </a:solidFill>
                <a:latin typeface="Calibri"/>
              </a:rPr>
              <a:t>hosting platforms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1828800" cy="1005840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42646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9933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A6A88"/>
                </a:solidFill>
                <a:latin typeface="Calibri"/>
              </a:rPr>
              <a:t>week to 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1828800" cy="1005840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42646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Georg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933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A6A88"/>
                </a:solidFill>
                <a:latin typeface="Calibri"/>
              </a:rPr>
              <a:t>bugs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42032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React 18 + TypeScript frontend — Vercel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ASP.NET Core 9 Clean Architecture API — Render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Blog data served direct from Supabase PostgREST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6A6A88"/>
                </a:solidFill>
                <a:latin typeface="Calibri"/>
              </a:rPr>
              <a:t>•  JWT admin panel  ·  Blog article live + debugged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2542032"/>
            <a:ext cx="3154680" cy="475488"/>
          </a:xfrm>
          <a:prstGeom prst="rect">
            <a:avLst/>
          </a:prstGeom>
          <a:solidFill>
            <a:srgbClr val="0A1628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2560320"/>
            <a:ext cx="31181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portfolio-frontend-steel-three.vercel.app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3145536"/>
            <a:ext cx="3154680" cy="1042415"/>
          </a:xfrm>
          <a:prstGeom prst="rect">
            <a:avLst/>
          </a:prstGeom>
          <a:solidFill>
            <a:srgbClr val="0E0E1A"/>
          </a:solidFill>
          <a:ln w="9525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3145536"/>
            <a:ext cx="50292" cy="1042415"/>
          </a:xfrm>
          <a:prstGeom prst="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51576" y="3236976"/>
            <a:ext cx="2990088" cy="9052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i="1">
                <a:solidFill>
                  <a:srgbClr val="F0F0F0"/>
                </a:solidFill>
                <a:latin typeface="Georgia"/>
              </a:rPr>
              <a:t>"Three root causes.</a:t>
            </a:r>
          </a:p>
          <a:p>
            <a:r>
              <a:rPr sz="1250" i="1">
                <a:solidFill>
                  <a:srgbClr val="F0F0F0"/>
                </a:solidFill>
                <a:latin typeface="Georgia"/>
              </a:rPr>
              <a:t>Three precise fixes.</a:t>
            </a:r>
          </a:p>
          <a:p>
            <a:r>
              <a:rPr sz="1250" i="1">
                <a:solidFill>
                  <a:srgbClr val="F0F0F0"/>
                </a:solidFill>
                <a:latin typeface="Georgia"/>
              </a:rPr>
              <a:t>None visible by reading code alone."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A6A88"/>
                </a:solidFill>
                <a:latin typeface="Calibri"/>
              </a:rPr>
              <a:t>Olaniran Oluwadamilola (Dhorllar98)  ·  AI-Assisted Development Program  ·  Phase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